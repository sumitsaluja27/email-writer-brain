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74625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9856" y="-54462"/>
            <a:ext cx="17847895" cy="9799781"/>
          </a:xfrm>
          <a:custGeom>
            <a:avLst/>
            <a:gdLst/>
            <a:ahLst/>
            <a:cxnLst/>
            <a:rect r="r" b="b" t="t" l="l"/>
            <a:pathLst>
              <a:path h="9799781" w="17847895">
                <a:moveTo>
                  <a:pt x="0" y="0"/>
                </a:moveTo>
                <a:lnTo>
                  <a:pt x="17847895" y="0"/>
                </a:lnTo>
                <a:lnTo>
                  <a:pt x="17847895" y="9799781"/>
                </a:lnTo>
                <a:lnTo>
                  <a:pt x="0" y="9799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3" t="0" r="-663" b="-2999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5012" y="0"/>
            <a:ext cx="17998874" cy="9753600"/>
          </a:xfrm>
          <a:custGeom>
            <a:avLst/>
            <a:gdLst/>
            <a:ahLst/>
            <a:cxnLst/>
            <a:rect r="r" b="b" t="t" l="l"/>
            <a:pathLst>
              <a:path h="9753600" w="17998874">
                <a:moveTo>
                  <a:pt x="0" y="0"/>
                </a:moveTo>
                <a:lnTo>
                  <a:pt x="17998874" y="0"/>
                </a:lnTo>
                <a:lnTo>
                  <a:pt x="17998874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996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0702" y="0"/>
            <a:ext cx="18030255" cy="9799884"/>
          </a:xfrm>
          <a:custGeom>
            <a:avLst/>
            <a:gdLst/>
            <a:ahLst/>
            <a:cxnLst/>
            <a:rect r="r" b="b" t="t" l="l"/>
            <a:pathLst>
              <a:path h="9799884" w="18030255">
                <a:moveTo>
                  <a:pt x="0" y="0"/>
                </a:moveTo>
                <a:lnTo>
                  <a:pt x="18030254" y="0"/>
                </a:lnTo>
                <a:lnTo>
                  <a:pt x="18030254" y="9799884"/>
                </a:lnTo>
                <a:lnTo>
                  <a:pt x="0" y="9799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688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2852" y="0"/>
            <a:ext cx="18114554" cy="9845703"/>
          </a:xfrm>
          <a:custGeom>
            <a:avLst/>
            <a:gdLst/>
            <a:ahLst/>
            <a:cxnLst/>
            <a:rect r="r" b="b" t="t" l="l"/>
            <a:pathLst>
              <a:path h="9845703" w="18114554">
                <a:moveTo>
                  <a:pt x="0" y="0"/>
                </a:moveTo>
                <a:lnTo>
                  <a:pt x="18114554" y="0"/>
                </a:lnTo>
                <a:lnTo>
                  <a:pt x="18114554" y="9845703"/>
                </a:lnTo>
                <a:lnTo>
                  <a:pt x="0" y="9845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688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5742" y="0"/>
            <a:ext cx="18100334" cy="9823278"/>
          </a:xfrm>
          <a:custGeom>
            <a:avLst/>
            <a:gdLst/>
            <a:ahLst/>
            <a:cxnLst/>
            <a:rect r="r" b="b" t="t" l="l"/>
            <a:pathLst>
              <a:path h="9823278" w="18100334">
                <a:moveTo>
                  <a:pt x="0" y="0"/>
                </a:moveTo>
                <a:lnTo>
                  <a:pt x="18100334" y="0"/>
                </a:lnTo>
                <a:lnTo>
                  <a:pt x="18100334" y="9823278"/>
                </a:lnTo>
                <a:lnTo>
                  <a:pt x="0" y="9823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842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4741" y="0"/>
            <a:ext cx="17918332" cy="9753600"/>
          </a:xfrm>
          <a:custGeom>
            <a:avLst/>
            <a:gdLst/>
            <a:ahLst/>
            <a:cxnLst/>
            <a:rect r="r" b="b" t="t" l="l"/>
            <a:pathLst>
              <a:path h="9753600" w="17918332">
                <a:moveTo>
                  <a:pt x="0" y="0"/>
                </a:moveTo>
                <a:lnTo>
                  <a:pt x="17918332" y="0"/>
                </a:lnTo>
                <a:lnTo>
                  <a:pt x="17918332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535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125" y="0"/>
            <a:ext cx="17945099" cy="9753600"/>
          </a:xfrm>
          <a:custGeom>
            <a:avLst/>
            <a:gdLst/>
            <a:ahLst/>
            <a:cxnLst/>
            <a:rect r="r" b="b" t="t" l="l"/>
            <a:pathLst>
              <a:path h="9753600" w="17945099">
                <a:moveTo>
                  <a:pt x="0" y="0"/>
                </a:moveTo>
                <a:lnTo>
                  <a:pt x="17945100" y="0"/>
                </a:lnTo>
                <a:lnTo>
                  <a:pt x="179451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688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2132" y="0"/>
            <a:ext cx="18053114" cy="9812309"/>
          </a:xfrm>
          <a:custGeom>
            <a:avLst/>
            <a:gdLst/>
            <a:ahLst/>
            <a:cxnLst/>
            <a:rect r="r" b="b" t="t" l="l"/>
            <a:pathLst>
              <a:path h="9812309" w="18053114">
                <a:moveTo>
                  <a:pt x="0" y="0"/>
                </a:moveTo>
                <a:lnTo>
                  <a:pt x="18053114" y="0"/>
                </a:lnTo>
                <a:lnTo>
                  <a:pt x="18053114" y="9812309"/>
                </a:lnTo>
                <a:lnTo>
                  <a:pt x="0" y="98123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688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2473" y="0"/>
            <a:ext cx="18013797" cy="9805565"/>
          </a:xfrm>
          <a:custGeom>
            <a:avLst/>
            <a:gdLst/>
            <a:ahLst/>
            <a:cxnLst/>
            <a:rect r="r" b="b" t="t" l="l"/>
            <a:pathLst>
              <a:path h="9805565" w="18013797">
                <a:moveTo>
                  <a:pt x="0" y="0"/>
                </a:moveTo>
                <a:lnTo>
                  <a:pt x="18013796" y="0"/>
                </a:lnTo>
                <a:lnTo>
                  <a:pt x="18013796" y="9805565"/>
                </a:lnTo>
                <a:lnTo>
                  <a:pt x="0" y="9805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535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125" y="0"/>
            <a:ext cx="17945099" cy="9753600"/>
          </a:xfrm>
          <a:custGeom>
            <a:avLst/>
            <a:gdLst/>
            <a:ahLst/>
            <a:cxnLst/>
            <a:rect r="r" b="b" t="t" l="l"/>
            <a:pathLst>
              <a:path h="9753600" w="17945099">
                <a:moveTo>
                  <a:pt x="0" y="0"/>
                </a:moveTo>
                <a:lnTo>
                  <a:pt x="17945100" y="0"/>
                </a:lnTo>
                <a:lnTo>
                  <a:pt x="179451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688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125" y="0"/>
            <a:ext cx="17945099" cy="9753600"/>
          </a:xfrm>
          <a:custGeom>
            <a:avLst/>
            <a:gdLst/>
            <a:ahLst/>
            <a:cxnLst/>
            <a:rect r="r" b="b" t="t" l="l"/>
            <a:pathLst>
              <a:path h="9753600" w="17945099">
                <a:moveTo>
                  <a:pt x="0" y="0"/>
                </a:moveTo>
                <a:lnTo>
                  <a:pt x="17945100" y="0"/>
                </a:lnTo>
                <a:lnTo>
                  <a:pt x="179451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688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125" y="0"/>
            <a:ext cx="17945099" cy="9753600"/>
          </a:xfrm>
          <a:custGeom>
            <a:avLst/>
            <a:gdLst/>
            <a:ahLst/>
            <a:cxnLst/>
            <a:rect r="r" b="b" t="t" l="l"/>
            <a:pathLst>
              <a:path h="9753600" w="17945099">
                <a:moveTo>
                  <a:pt x="0" y="0"/>
                </a:moveTo>
                <a:lnTo>
                  <a:pt x="17945100" y="0"/>
                </a:lnTo>
                <a:lnTo>
                  <a:pt x="179451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688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1548" y="0"/>
            <a:ext cx="17971947" cy="9753600"/>
          </a:xfrm>
          <a:custGeom>
            <a:avLst/>
            <a:gdLst/>
            <a:ahLst/>
            <a:cxnLst/>
            <a:rect r="r" b="b" t="t" l="l"/>
            <a:pathLst>
              <a:path h="9753600" w="17971947">
                <a:moveTo>
                  <a:pt x="0" y="0"/>
                </a:moveTo>
                <a:lnTo>
                  <a:pt x="17971946" y="0"/>
                </a:lnTo>
                <a:lnTo>
                  <a:pt x="17971946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842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5547" y="0"/>
            <a:ext cx="17846297" cy="9845207"/>
          </a:xfrm>
          <a:custGeom>
            <a:avLst/>
            <a:gdLst/>
            <a:ahLst/>
            <a:cxnLst/>
            <a:rect r="r" b="b" t="t" l="l"/>
            <a:pathLst>
              <a:path h="9845207" w="17846297">
                <a:moveTo>
                  <a:pt x="0" y="0"/>
                </a:moveTo>
                <a:lnTo>
                  <a:pt x="17846297" y="0"/>
                </a:lnTo>
                <a:lnTo>
                  <a:pt x="17846297" y="9845207"/>
                </a:lnTo>
                <a:lnTo>
                  <a:pt x="0" y="9845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DAG7-GoWn4I</dc:identifier>
  <dcterms:modified xsi:type="dcterms:W3CDTF">2011-08-01T06:04:30Z</dcterms:modified>
  <cp:revision>1</cp:revision>
  <dc:title>Access Control</dc:title>
</cp:coreProperties>
</file>