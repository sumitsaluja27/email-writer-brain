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62500" cy="9753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30588" y="9336637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564336" y="9134584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028701" y="9042742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77481" y="9336637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77789" y="8969268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6938" y="9226427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4" y="0"/>
                </a:lnTo>
                <a:lnTo>
                  <a:pt x="17475204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19991" y="9483585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56672" y="9097847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22210" y="9318269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589469" y="9318269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95739" y="9281532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544629" y="9171321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6682" y="929990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4" y="0"/>
                </a:lnTo>
                <a:lnTo>
                  <a:pt x="17475204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44795" y="9042742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64336" y="0"/>
            <a:ext cx="2910867" cy="755587"/>
          </a:xfrm>
          <a:custGeom>
            <a:avLst/>
            <a:gdLst/>
            <a:ahLst/>
            <a:cxnLst/>
            <a:rect r="r" b="b" t="t" l="l"/>
            <a:pathLst>
              <a:path h="755587" w="2910867">
                <a:moveTo>
                  <a:pt x="0" y="0"/>
                </a:moveTo>
                <a:lnTo>
                  <a:pt x="2910867" y="0"/>
                </a:lnTo>
                <a:lnTo>
                  <a:pt x="2910867" y="755587"/>
                </a:lnTo>
                <a:lnTo>
                  <a:pt x="0" y="7555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405784" y="8778240"/>
            <a:ext cx="17475203" cy="9753600"/>
          </a:xfrm>
          <a:custGeom>
            <a:avLst/>
            <a:gdLst/>
            <a:ahLst/>
            <a:cxnLst/>
            <a:rect r="r" b="b" t="t" l="l"/>
            <a:pathLst>
              <a:path h="9753600" w="17475203">
                <a:moveTo>
                  <a:pt x="0" y="0"/>
                </a:moveTo>
                <a:lnTo>
                  <a:pt x="17475203" y="0"/>
                </a:lnTo>
                <a:lnTo>
                  <a:pt x="17475203" y="9753600"/>
                </a:lnTo>
                <a:lnTo>
                  <a:pt x="0" y="9753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DAG8CPfNX3I</dc:identifier>
  <dcterms:modified xsi:type="dcterms:W3CDTF">2011-08-01T06:04:30Z</dcterms:modified>
  <cp:revision>1</cp:revision>
  <dc:title>Rapidise Introduction and Capabilities Deck</dc:title>
</cp:coreProperties>
</file>