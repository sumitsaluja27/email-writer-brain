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7462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2406" y="0"/>
            <a:ext cx="18053662" cy="10076461"/>
          </a:xfrm>
          <a:custGeom>
            <a:avLst/>
            <a:gdLst/>
            <a:ahLst/>
            <a:cxnLst/>
            <a:rect r="r" b="b" t="t" l="l"/>
            <a:pathLst>
              <a:path h="10076461" w="18053662">
                <a:moveTo>
                  <a:pt x="0" y="0"/>
                </a:moveTo>
                <a:lnTo>
                  <a:pt x="18053662" y="0"/>
                </a:lnTo>
                <a:lnTo>
                  <a:pt x="18053662" y="10076461"/>
                </a:lnTo>
                <a:lnTo>
                  <a:pt x="0" y="10076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2049" y="0"/>
            <a:ext cx="18012949" cy="10053737"/>
          </a:xfrm>
          <a:custGeom>
            <a:avLst/>
            <a:gdLst/>
            <a:ahLst/>
            <a:cxnLst/>
            <a:rect r="r" b="b" t="t" l="l"/>
            <a:pathLst>
              <a:path h="10053737" w="18012949">
                <a:moveTo>
                  <a:pt x="0" y="0"/>
                </a:moveTo>
                <a:lnTo>
                  <a:pt x="18012948" y="0"/>
                </a:lnTo>
                <a:lnTo>
                  <a:pt x="18012948" y="10053737"/>
                </a:lnTo>
                <a:lnTo>
                  <a:pt x="0" y="10053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2604" y="0"/>
            <a:ext cx="17994058" cy="10043193"/>
          </a:xfrm>
          <a:custGeom>
            <a:avLst/>
            <a:gdLst/>
            <a:ahLst/>
            <a:cxnLst/>
            <a:rect r="r" b="b" t="t" l="l"/>
            <a:pathLst>
              <a:path h="10043193" w="17994058">
                <a:moveTo>
                  <a:pt x="0" y="0"/>
                </a:moveTo>
                <a:lnTo>
                  <a:pt x="17994058" y="0"/>
                </a:lnTo>
                <a:lnTo>
                  <a:pt x="17994058" y="10043193"/>
                </a:lnTo>
                <a:lnTo>
                  <a:pt x="0" y="100431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2701" y="0"/>
            <a:ext cx="18014252" cy="10054464"/>
          </a:xfrm>
          <a:custGeom>
            <a:avLst/>
            <a:gdLst/>
            <a:ahLst/>
            <a:cxnLst/>
            <a:rect r="r" b="b" t="t" l="l"/>
            <a:pathLst>
              <a:path h="10054464" w="18014252">
                <a:moveTo>
                  <a:pt x="0" y="0"/>
                </a:moveTo>
                <a:lnTo>
                  <a:pt x="18014252" y="0"/>
                </a:lnTo>
                <a:lnTo>
                  <a:pt x="18014252" y="10054464"/>
                </a:lnTo>
                <a:lnTo>
                  <a:pt x="0" y="10054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6318" y="0"/>
            <a:ext cx="17961487" cy="10025014"/>
          </a:xfrm>
          <a:custGeom>
            <a:avLst/>
            <a:gdLst/>
            <a:ahLst/>
            <a:cxnLst/>
            <a:rect r="r" b="b" t="t" l="l"/>
            <a:pathLst>
              <a:path h="10025014" w="17961487">
                <a:moveTo>
                  <a:pt x="0" y="0"/>
                </a:moveTo>
                <a:lnTo>
                  <a:pt x="17961486" y="0"/>
                </a:lnTo>
                <a:lnTo>
                  <a:pt x="17961486" y="10025014"/>
                </a:lnTo>
                <a:lnTo>
                  <a:pt x="0" y="10025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9052" y="0"/>
            <a:ext cx="18026954" cy="10061554"/>
          </a:xfrm>
          <a:custGeom>
            <a:avLst/>
            <a:gdLst/>
            <a:ahLst/>
            <a:cxnLst/>
            <a:rect r="r" b="b" t="t" l="l"/>
            <a:pathLst>
              <a:path h="10061554" w="18026954">
                <a:moveTo>
                  <a:pt x="0" y="0"/>
                </a:moveTo>
                <a:lnTo>
                  <a:pt x="18026954" y="0"/>
                </a:lnTo>
                <a:lnTo>
                  <a:pt x="18026954" y="10061554"/>
                </a:lnTo>
                <a:lnTo>
                  <a:pt x="0" y="10061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1429" y="0"/>
            <a:ext cx="18051708" cy="10075370"/>
          </a:xfrm>
          <a:custGeom>
            <a:avLst/>
            <a:gdLst/>
            <a:ahLst/>
            <a:cxnLst/>
            <a:rect r="r" b="b" t="t" l="l"/>
            <a:pathLst>
              <a:path h="10075370" w="18051708">
                <a:moveTo>
                  <a:pt x="0" y="0"/>
                </a:moveTo>
                <a:lnTo>
                  <a:pt x="18051708" y="0"/>
                </a:lnTo>
                <a:lnTo>
                  <a:pt x="18051708" y="10075370"/>
                </a:lnTo>
                <a:lnTo>
                  <a:pt x="0" y="10075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1693" y="0"/>
            <a:ext cx="17972235" cy="10031013"/>
          </a:xfrm>
          <a:custGeom>
            <a:avLst/>
            <a:gdLst/>
            <a:ahLst/>
            <a:cxnLst/>
            <a:rect r="r" b="b" t="t" l="l"/>
            <a:pathLst>
              <a:path h="10031013" w="17972235">
                <a:moveTo>
                  <a:pt x="0" y="0"/>
                </a:moveTo>
                <a:lnTo>
                  <a:pt x="17972236" y="0"/>
                </a:lnTo>
                <a:lnTo>
                  <a:pt x="17972236" y="10031013"/>
                </a:lnTo>
                <a:lnTo>
                  <a:pt x="0" y="10031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7067" y="0"/>
            <a:ext cx="17982984" cy="10037012"/>
          </a:xfrm>
          <a:custGeom>
            <a:avLst/>
            <a:gdLst/>
            <a:ahLst/>
            <a:cxnLst/>
            <a:rect r="r" b="b" t="t" l="l"/>
            <a:pathLst>
              <a:path h="10037012" w="17982984">
                <a:moveTo>
                  <a:pt x="0" y="0"/>
                </a:moveTo>
                <a:lnTo>
                  <a:pt x="17982984" y="0"/>
                </a:lnTo>
                <a:lnTo>
                  <a:pt x="17982984" y="10037012"/>
                </a:lnTo>
                <a:lnTo>
                  <a:pt x="0" y="10037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8792" y="0"/>
            <a:ext cx="18006435" cy="10050101"/>
          </a:xfrm>
          <a:custGeom>
            <a:avLst/>
            <a:gdLst/>
            <a:ahLst/>
            <a:cxnLst/>
            <a:rect r="r" b="b" t="t" l="l"/>
            <a:pathLst>
              <a:path h="10050101" w="18006435">
                <a:moveTo>
                  <a:pt x="0" y="0"/>
                </a:moveTo>
                <a:lnTo>
                  <a:pt x="18006434" y="0"/>
                </a:lnTo>
                <a:lnTo>
                  <a:pt x="18006434" y="10050101"/>
                </a:lnTo>
                <a:lnTo>
                  <a:pt x="0" y="100501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1790" y="-28575"/>
            <a:ext cx="17992429" cy="10042284"/>
          </a:xfrm>
          <a:custGeom>
            <a:avLst/>
            <a:gdLst/>
            <a:ahLst/>
            <a:cxnLst/>
            <a:rect r="r" b="b" t="t" l="l"/>
            <a:pathLst>
              <a:path h="10042284" w="17992429">
                <a:moveTo>
                  <a:pt x="0" y="0"/>
                </a:moveTo>
                <a:lnTo>
                  <a:pt x="17992430" y="0"/>
                </a:lnTo>
                <a:lnTo>
                  <a:pt x="17992430" y="10042284"/>
                </a:lnTo>
                <a:lnTo>
                  <a:pt x="0" y="10042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7784" y="0"/>
            <a:ext cx="17964418" cy="10026650"/>
          </a:xfrm>
          <a:custGeom>
            <a:avLst/>
            <a:gdLst/>
            <a:ahLst/>
            <a:cxnLst/>
            <a:rect r="r" b="b" t="t" l="l"/>
            <a:pathLst>
              <a:path h="10026650" w="17964418">
                <a:moveTo>
                  <a:pt x="0" y="0"/>
                </a:moveTo>
                <a:lnTo>
                  <a:pt x="17964418" y="0"/>
                </a:lnTo>
                <a:lnTo>
                  <a:pt x="17964418" y="10026650"/>
                </a:lnTo>
                <a:lnTo>
                  <a:pt x="0" y="1002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4787" y="0"/>
            <a:ext cx="17978424" cy="10034467"/>
          </a:xfrm>
          <a:custGeom>
            <a:avLst/>
            <a:gdLst/>
            <a:ahLst/>
            <a:cxnLst/>
            <a:rect r="r" b="b" t="t" l="l"/>
            <a:pathLst>
              <a:path h="10034467" w="17978424">
                <a:moveTo>
                  <a:pt x="0" y="0"/>
                </a:moveTo>
                <a:lnTo>
                  <a:pt x="17978424" y="0"/>
                </a:lnTo>
                <a:lnTo>
                  <a:pt x="17978424" y="10034467"/>
                </a:lnTo>
                <a:lnTo>
                  <a:pt x="0" y="1003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5527" y="0"/>
            <a:ext cx="18506779" cy="10338152"/>
          </a:xfrm>
          <a:custGeom>
            <a:avLst/>
            <a:gdLst/>
            <a:ahLst/>
            <a:cxnLst/>
            <a:rect r="r" b="b" t="t" l="l"/>
            <a:pathLst>
              <a:path h="10338152" w="18506779">
                <a:moveTo>
                  <a:pt x="0" y="0"/>
                </a:moveTo>
                <a:lnTo>
                  <a:pt x="18506778" y="0"/>
                </a:lnTo>
                <a:lnTo>
                  <a:pt x="18506778" y="10338152"/>
                </a:lnTo>
                <a:lnTo>
                  <a:pt x="0" y="10338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9" t="0" r="-629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DAG7-kkHrlY</dc:identifier>
  <dcterms:modified xsi:type="dcterms:W3CDTF">2011-08-01T06:04:30Z</dcterms:modified>
  <cp:revision>1</cp:revision>
  <dc:title>IP camera</dc:title>
</cp:coreProperties>
</file>