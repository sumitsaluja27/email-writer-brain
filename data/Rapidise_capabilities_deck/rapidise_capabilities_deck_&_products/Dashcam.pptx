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7462500" cy="97536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64232" y="-9525"/>
            <a:ext cx="17997315" cy="10045011"/>
          </a:xfrm>
          <a:custGeom>
            <a:avLst/>
            <a:gdLst/>
            <a:ahLst/>
            <a:cxnLst/>
            <a:rect r="r" b="b" t="t" l="l"/>
            <a:pathLst>
              <a:path h="10045011" w="17997315">
                <a:moveTo>
                  <a:pt x="0" y="0"/>
                </a:moveTo>
                <a:lnTo>
                  <a:pt x="17997314" y="0"/>
                </a:lnTo>
                <a:lnTo>
                  <a:pt x="17997314" y="10045011"/>
                </a:lnTo>
                <a:lnTo>
                  <a:pt x="0" y="100450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55601" y="0"/>
            <a:ext cx="17980052" cy="10035376"/>
          </a:xfrm>
          <a:custGeom>
            <a:avLst/>
            <a:gdLst/>
            <a:ahLst/>
            <a:cxnLst/>
            <a:rect r="r" b="b" t="t" l="l"/>
            <a:pathLst>
              <a:path h="10035376" w="17980052">
                <a:moveTo>
                  <a:pt x="0" y="0"/>
                </a:moveTo>
                <a:lnTo>
                  <a:pt x="17980052" y="0"/>
                </a:lnTo>
                <a:lnTo>
                  <a:pt x="17980052" y="10035376"/>
                </a:lnTo>
                <a:lnTo>
                  <a:pt x="0" y="100353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47784" y="0"/>
            <a:ext cx="17964418" cy="10026650"/>
          </a:xfrm>
          <a:custGeom>
            <a:avLst/>
            <a:gdLst/>
            <a:ahLst/>
            <a:cxnLst/>
            <a:rect r="r" b="b" t="t" l="l"/>
            <a:pathLst>
              <a:path h="10026650" w="17964418">
                <a:moveTo>
                  <a:pt x="0" y="0"/>
                </a:moveTo>
                <a:lnTo>
                  <a:pt x="17964418" y="0"/>
                </a:lnTo>
                <a:lnTo>
                  <a:pt x="17964418" y="10026650"/>
                </a:lnTo>
                <a:lnTo>
                  <a:pt x="0" y="100266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52507" y="0"/>
            <a:ext cx="17973864" cy="10031922"/>
          </a:xfrm>
          <a:custGeom>
            <a:avLst/>
            <a:gdLst/>
            <a:ahLst/>
            <a:cxnLst/>
            <a:rect r="r" b="b" t="t" l="l"/>
            <a:pathLst>
              <a:path h="10031922" w="17973864">
                <a:moveTo>
                  <a:pt x="0" y="0"/>
                </a:moveTo>
                <a:lnTo>
                  <a:pt x="17973864" y="0"/>
                </a:lnTo>
                <a:lnTo>
                  <a:pt x="17973864" y="10031922"/>
                </a:lnTo>
                <a:lnTo>
                  <a:pt x="0" y="100319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52507" y="0"/>
            <a:ext cx="17973864" cy="10031922"/>
          </a:xfrm>
          <a:custGeom>
            <a:avLst/>
            <a:gdLst/>
            <a:ahLst/>
            <a:cxnLst/>
            <a:rect r="r" b="b" t="t" l="l"/>
            <a:pathLst>
              <a:path h="10031922" w="17973864">
                <a:moveTo>
                  <a:pt x="0" y="0"/>
                </a:moveTo>
                <a:lnTo>
                  <a:pt x="17973864" y="0"/>
                </a:lnTo>
                <a:lnTo>
                  <a:pt x="17973864" y="10031922"/>
                </a:lnTo>
                <a:lnTo>
                  <a:pt x="0" y="100319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60324" y="0"/>
            <a:ext cx="17989498" cy="10040648"/>
          </a:xfrm>
          <a:custGeom>
            <a:avLst/>
            <a:gdLst/>
            <a:ahLst/>
            <a:cxnLst/>
            <a:rect r="r" b="b" t="t" l="l"/>
            <a:pathLst>
              <a:path h="10040648" w="17989498">
                <a:moveTo>
                  <a:pt x="0" y="0"/>
                </a:moveTo>
                <a:lnTo>
                  <a:pt x="17989498" y="0"/>
                </a:lnTo>
                <a:lnTo>
                  <a:pt x="17989498" y="10040648"/>
                </a:lnTo>
                <a:lnTo>
                  <a:pt x="0" y="100406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50227" y="0"/>
            <a:ext cx="17969304" cy="10029377"/>
          </a:xfrm>
          <a:custGeom>
            <a:avLst/>
            <a:gdLst/>
            <a:ahLst/>
            <a:cxnLst/>
            <a:rect r="r" b="b" t="t" l="l"/>
            <a:pathLst>
              <a:path h="10029377" w="17969304">
                <a:moveTo>
                  <a:pt x="0" y="0"/>
                </a:moveTo>
                <a:lnTo>
                  <a:pt x="17969304" y="0"/>
                </a:lnTo>
                <a:lnTo>
                  <a:pt x="17969304" y="10029377"/>
                </a:lnTo>
                <a:lnTo>
                  <a:pt x="0" y="100293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48598" y="0"/>
            <a:ext cx="17966047" cy="10027559"/>
          </a:xfrm>
          <a:custGeom>
            <a:avLst/>
            <a:gdLst/>
            <a:ahLst/>
            <a:cxnLst/>
            <a:rect r="r" b="b" t="t" l="l"/>
            <a:pathLst>
              <a:path h="10027559" w="17966047">
                <a:moveTo>
                  <a:pt x="0" y="0"/>
                </a:moveTo>
                <a:lnTo>
                  <a:pt x="17966046" y="0"/>
                </a:lnTo>
                <a:lnTo>
                  <a:pt x="17966046" y="10027559"/>
                </a:lnTo>
                <a:lnTo>
                  <a:pt x="0" y="100275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79704" y="0"/>
            <a:ext cx="18028257" cy="10062281"/>
          </a:xfrm>
          <a:custGeom>
            <a:avLst/>
            <a:gdLst/>
            <a:ahLst/>
            <a:cxnLst/>
            <a:rect r="r" b="b" t="t" l="l"/>
            <a:pathLst>
              <a:path h="10062281" w="18028257">
                <a:moveTo>
                  <a:pt x="0" y="0"/>
                </a:moveTo>
                <a:lnTo>
                  <a:pt x="18028258" y="0"/>
                </a:lnTo>
                <a:lnTo>
                  <a:pt x="18028258" y="10062281"/>
                </a:lnTo>
                <a:lnTo>
                  <a:pt x="0" y="100622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68792" y="0"/>
            <a:ext cx="18006435" cy="10050101"/>
          </a:xfrm>
          <a:custGeom>
            <a:avLst/>
            <a:gdLst/>
            <a:ahLst/>
            <a:cxnLst/>
            <a:rect r="r" b="b" t="t" l="l"/>
            <a:pathLst>
              <a:path h="10050101" w="18006435">
                <a:moveTo>
                  <a:pt x="0" y="0"/>
                </a:moveTo>
                <a:lnTo>
                  <a:pt x="18006434" y="0"/>
                </a:lnTo>
                <a:lnTo>
                  <a:pt x="18006434" y="10050101"/>
                </a:lnTo>
                <a:lnTo>
                  <a:pt x="0" y="100501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43876" y="0"/>
            <a:ext cx="17956601" cy="10022287"/>
          </a:xfrm>
          <a:custGeom>
            <a:avLst/>
            <a:gdLst/>
            <a:ahLst/>
            <a:cxnLst/>
            <a:rect r="r" b="b" t="t" l="l"/>
            <a:pathLst>
              <a:path h="10022287" w="17956601">
                <a:moveTo>
                  <a:pt x="0" y="0"/>
                </a:moveTo>
                <a:lnTo>
                  <a:pt x="17956602" y="0"/>
                </a:lnTo>
                <a:lnTo>
                  <a:pt x="17956602" y="10022287"/>
                </a:lnTo>
                <a:lnTo>
                  <a:pt x="0" y="10022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47784" y="0"/>
            <a:ext cx="17964418" cy="10026650"/>
          </a:xfrm>
          <a:custGeom>
            <a:avLst/>
            <a:gdLst/>
            <a:ahLst/>
            <a:cxnLst/>
            <a:rect r="r" b="b" t="t" l="l"/>
            <a:pathLst>
              <a:path h="10026650" w="17964418">
                <a:moveTo>
                  <a:pt x="0" y="0"/>
                </a:moveTo>
                <a:lnTo>
                  <a:pt x="17964418" y="0"/>
                </a:lnTo>
                <a:lnTo>
                  <a:pt x="17964418" y="10026650"/>
                </a:lnTo>
                <a:lnTo>
                  <a:pt x="0" y="100266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57881" y="0"/>
            <a:ext cx="17984612" cy="10037921"/>
          </a:xfrm>
          <a:custGeom>
            <a:avLst/>
            <a:gdLst/>
            <a:ahLst/>
            <a:cxnLst/>
            <a:rect r="r" b="b" t="t" l="l"/>
            <a:pathLst>
              <a:path h="10037921" w="17984612">
                <a:moveTo>
                  <a:pt x="0" y="0"/>
                </a:moveTo>
                <a:lnTo>
                  <a:pt x="17984612" y="0"/>
                </a:lnTo>
                <a:lnTo>
                  <a:pt x="17984612" y="10037921"/>
                </a:lnTo>
                <a:lnTo>
                  <a:pt x="0" y="100379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50064" y="0"/>
            <a:ext cx="17968978" cy="10029195"/>
          </a:xfrm>
          <a:custGeom>
            <a:avLst/>
            <a:gdLst/>
            <a:ahLst/>
            <a:cxnLst/>
            <a:rect r="r" b="b" t="t" l="l"/>
            <a:pathLst>
              <a:path h="10029195" w="17968978">
                <a:moveTo>
                  <a:pt x="0" y="0"/>
                </a:moveTo>
                <a:lnTo>
                  <a:pt x="17968978" y="0"/>
                </a:lnTo>
                <a:lnTo>
                  <a:pt x="17968978" y="10029195"/>
                </a:lnTo>
                <a:lnTo>
                  <a:pt x="0" y="100291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7575459" cy="9753600"/>
          </a:xfrm>
          <a:custGeom>
            <a:avLst/>
            <a:gdLst/>
            <a:ahLst/>
            <a:cxnLst/>
            <a:rect r="r" b="b" t="t" l="l"/>
            <a:pathLst>
              <a:path h="9753600" w="17575459">
                <a:moveTo>
                  <a:pt x="0" y="0"/>
                </a:moveTo>
                <a:lnTo>
                  <a:pt x="17575459" y="0"/>
                </a:lnTo>
                <a:lnTo>
                  <a:pt x="17575459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98" t="0" r="-29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932897" y="8291955"/>
            <a:ext cx="13094357" cy="7223720"/>
          </a:xfrm>
          <a:custGeom>
            <a:avLst/>
            <a:gdLst/>
            <a:ahLst/>
            <a:cxnLst/>
            <a:rect r="r" b="b" t="t" l="l"/>
            <a:pathLst>
              <a:path h="7223720" w="13094357">
                <a:moveTo>
                  <a:pt x="0" y="0"/>
                </a:moveTo>
                <a:lnTo>
                  <a:pt x="13094357" y="0"/>
                </a:lnTo>
                <a:lnTo>
                  <a:pt x="13094357" y="7223720"/>
                </a:lnTo>
                <a:lnTo>
                  <a:pt x="0" y="72237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DAG7-SUUwZg</dc:identifier>
  <dcterms:modified xsi:type="dcterms:W3CDTF">2011-08-01T06:04:30Z</dcterms:modified>
  <cp:revision>1</cp:revision>
  <dc:title>Dashcam</dc:title>
</cp:coreProperties>
</file>